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3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56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27F6B-0917-4A1C-B5DE-5CF45D18FBC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20D73-7EBB-4C2E-8637-8711E1449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462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94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625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704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291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2561D-5B8A-491F-BF49-9A1B62BCB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204636-9DDC-4D15-99B0-E0C2CEA55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E8BDD1-A0CE-4250-9690-8F2B7C2C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7B03A2-A7F5-4E45-B737-6719B872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BF5D7C-1494-4772-BC50-60417EDB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10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C137E-AB96-4FF3-ADF7-284035DD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95FDB-4176-4A3D-B4A4-A2FBFAF0D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FAF81E-3863-4659-B90D-B88545CC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D8332-A171-4763-B917-B3A798FC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7BCB3-2E08-44F3-B9F1-BED90E68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60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6FB50-AF57-4A0E-857D-18C03BA6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73FDB-7E9E-4E6B-BC31-E01DB991B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01D3B-5512-45EF-8723-C3088F0B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5DDA0-6C16-4FC3-9600-08FB1B1E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FDDBA7-A2FB-4971-B4EF-1E83D2BC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94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B485E-A0E3-4E7A-A8C2-82F82EB5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773DD6-7FE1-46E9-900E-655E9BD1F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9AACD4-0DCB-413E-A02D-C6D24460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FF4B18-A2CE-46B5-A88A-D9711BF2F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B898CE-35E2-4879-B650-580EBB2D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CBCCC4-DA68-4620-8258-EBC8082F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11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E13C3-2500-4B73-867B-14C0ABB9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A06188-3E1A-4CDC-8915-797526DE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AF0813-A078-4A3A-8AB0-C3A8A918A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FE530E-2318-4220-8BE5-83B69B43C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F1F669-38E9-41D9-B135-971756789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504A39-0BA2-4E0D-BB66-E3D97E4D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451720-6CEC-476B-A0B5-7F6343B4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D46EE9-5B39-4AD7-AA5F-FF4B89EF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1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64D0E-BCE8-4E4F-9E9D-65746A10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BE88F0-DD4F-4A6F-8CD6-BDBF346F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09785A-17CE-4A22-93D8-CD45A31A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E0EE18-D3A0-4F69-B78C-F690DF0F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49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C50948-947C-4EFF-B836-6784D6C1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12E2DF-3246-4966-915E-8DBF576BB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48652-4CEC-490F-A921-5EF693F3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C5167-4EB1-425A-A989-72AE7DD7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A09BD-200D-402A-AC49-21D5A7154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E6578E-E670-493D-972F-8CD344DF0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3C7F9A-3908-4645-B594-37B00F70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F0C0F4-A0B3-4502-9119-2CA7E074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A7FBF8-2BA9-4261-A909-91FF6240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71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5C6CA-3481-4E04-A04A-6097D494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1E198E-D642-4389-A3BF-A2DFA3390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3F0A22-833B-443B-ACE8-7BEC581FB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8A234D-CE06-4EC6-A5AB-4F2CBA517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D3282D-CCBA-4337-B2EF-F77B0CFB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BE68C-0DCB-4842-B830-6EBB0C44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0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2F5CA-527E-40C9-99BD-DC98BCA0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A7F36C-37F0-4D2B-8E49-24C3A579D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7FD101-4309-4098-8C23-261B60E8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36E79-0FD2-4E4E-A08E-C6B74978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7BB147-08F3-4115-9FA6-A267FB3F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21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640DA1-9FFD-4C25-9D4D-B99F37E85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EC209A-AD15-4004-84B6-CC3C91306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7139C-F910-486E-B48A-C728860F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1ADA6D-FC00-4FF1-B882-31B21C77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A8876-E22B-43ED-94A7-37777E7E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9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8DE2AD-9456-4D06-90B4-5902CDC5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5AD24A-C94A-40BE-BBCF-FAC9B667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7F8FD-6D8C-41B5-9F93-B23C286B8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C7DAF-FD08-4FAC-9676-A38CC7BEA738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0936C-AAF5-49B4-8FC1-672DFDB8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FD3D7-50DC-4EA9-B259-2C0998A50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6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A07C161-0C89-498B-A04B-37C6303F8CCC}"/>
              </a:ext>
            </a:extLst>
          </p:cNvPr>
          <p:cNvSpPr/>
          <p:nvPr/>
        </p:nvSpPr>
        <p:spPr>
          <a:xfrm>
            <a:off x="4659752" y="939662"/>
            <a:ext cx="227966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室内定位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9DA7BC7-D183-49CE-9F83-497D5A184759}"/>
              </a:ext>
            </a:extLst>
          </p:cNvPr>
          <p:cNvSpPr/>
          <p:nvPr/>
        </p:nvSpPr>
        <p:spPr>
          <a:xfrm>
            <a:off x="4658081" y="1854060"/>
            <a:ext cx="227966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室内定位传感器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532BCBD-B3BE-416E-9EFE-D70C6E25DED0}"/>
              </a:ext>
            </a:extLst>
          </p:cNvPr>
          <p:cNvSpPr/>
          <p:nvPr/>
        </p:nvSpPr>
        <p:spPr>
          <a:xfrm>
            <a:off x="2022482" y="2970569"/>
            <a:ext cx="123788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几何定位</a:t>
            </a:r>
            <a:endParaRPr lang="en-US" altLang="zh-CN" sz="1400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6797EF3-E341-4194-A184-E0010C6B302A}"/>
              </a:ext>
            </a:extLst>
          </p:cNvPr>
          <p:cNvSpPr/>
          <p:nvPr/>
        </p:nvSpPr>
        <p:spPr>
          <a:xfrm>
            <a:off x="3600726" y="2970569"/>
            <a:ext cx="123788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航迹推算</a:t>
            </a:r>
            <a:endParaRPr lang="en-US" altLang="zh-CN" sz="1400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9ACEB18-D70E-4D00-B2AE-DC8BCE877399}"/>
              </a:ext>
            </a:extLst>
          </p:cNvPr>
          <p:cNvSpPr/>
          <p:nvPr/>
        </p:nvSpPr>
        <p:spPr>
          <a:xfrm>
            <a:off x="5178970" y="2970569"/>
            <a:ext cx="123788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数据库匹配</a:t>
            </a:r>
            <a:endParaRPr lang="en-US" altLang="zh-CN" sz="1400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390E8F6-BAE5-4C0A-B655-7BCDBE57D0CB}"/>
              </a:ext>
            </a:extLst>
          </p:cNvPr>
          <p:cNvSpPr/>
          <p:nvPr/>
        </p:nvSpPr>
        <p:spPr>
          <a:xfrm>
            <a:off x="6757214" y="2970569"/>
            <a:ext cx="123788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运动约束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A235E43-7EB4-4B91-ADE0-65863C6AC2A2}"/>
              </a:ext>
            </a:extLst>
          </p:cNvPr>
          <p:cNvSpPr/>
          <p:nvPr/>
        </p:nvSpPr>
        <p:spPr>
          <a:xfrm>
            <a:off x="8335456" y="2970569"/>
            <a:ext cx="123788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多源融合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7E247B8A-46F2-4049-AE00-0FC8A055CF21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rot="5400000">
            <a:off x="5577163" y="1631637"/>
            <a:ext cx="443176" cy="167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DB76EDB7-91B7-4CD4-8813-3CD88A034762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rot="5400000">
            <a:off x="3897028" y="1069681"/>
            <a:ext cx="645287" cy="3156489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AB5957C9-A8BB-4509-8FC7-76BD166DF527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rot="5400000">
            <a:off x="4686150" y="1858803"/>
            <a:ext cx="645287" cy="157824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49EF3F06-98B4-474E-9A67-12BAD68DB09A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rot="5400000">
            <a:off x="5475272" y="2647925"/>
            <a:ext cx="645287" cy="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8600C6B3-2684-4A54-99EC-A55F456FC171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 rot="16200000" flipH="1">
            <a:off x="6264393" y="1858803"/>
            <a:ext cx="645287" cy="1578243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E9C44507-BE1C-4901-A0BA-3A7D6393C71C}"/>
              </a:ext>
            </a:extLst>
          </p:cNvPr>
          <p:cNvCxnSpPr>
            <a:cxnSpLocks/>
            <a:stCxn id="23" idx="2"/>
            <a:endCxn id="28" idx="0"/>
          </p:cNvCxnSpPr>
          <p:nvPr/>
        </p:nvCxnSpPr>
        <p:spPr>
          <a:xfrm rot="16200000" flipH="1">
            <a:off x="7053514" y="1069682"/>
            <a:ext cx="645287" cy="315648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6E4E1598-79BB-4A25-B645-4980254C6F4F}"/>
              </a:ext>
            </a:extLst>
          </p:cNvPr>
          <p:cNvSpPr txBox="1"/>
          <p:nvPr/>
        </p:nvSpPr>
        <p:spPr>
          <a:xfrm>
            <a:off x="5837878" y="2386314"/>
            <a:ext cx="1059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各类数据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BD19B830-D44E-49BD-9CB2-F0B4FA3A9C72}"/>
              </a:ext>
            </a:extLst>
          </p:cNvPr>
          <p:cNvSpPr/>
          <p:nvPr/>
        </p:nvSpPr>
        <p:spPr>
          <a:xfrm>
            <a:off x="4656324" y="4755105"/>
            <a:ext cx="227966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室内定位应用与趋势</a:t>
            </a:r>
          </a:p>
        </p:txBody>
      </p: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2BF2847A-CA7E-4C50-99D1-422C89AA9CE1}"/>
              </a:ext>
            </a:extLst>
          </p:cNvPr>
          <p:cNvCxnSpPr>
            <a:cxnSpLocks/>
            <a:stCxn id="24" idx="2"/>
            <a:endCxn id="81" idx="0"/>
          </p:cNvCxnSpPr>
          <p:nvPr/>
        </p:nvCxnSpPr>
        <p:spPr>
          <a:xfrm rot="16200000" flipH="1">
            <a:off x="3562135" y="2521082"/>
            <a:ext cx="1313314" cy="3154732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2B5A31CC-6940-4FBE-A2CD-956CDB3906D5}"/>
              </a:ext>
            </a:extLst>
          </p:cNvPr>
          <p:cNvCxnSpPr>
            <a:cxnSpLocks/>
            <a:stCxn id="25" idx="2"/>
            <a:endCxn id="81" idx="0"/>
          </p:cNvCxnSpPr>
          <p:nvPr/>
        </p:nvCxnSpPr>
        <p:spPr>
          <a:xfrm rot="16200000" flipH="1">
            <a:off x="4351257" y="3310204"/>
            <a:ext cx="1313314" cy="157648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4060FB62-F2AF-4BE3-B44B-F4305C54B139}"/>
              </a:ext>
            </a:extLst>
          </p:cNvPr>
          <p:cNvCxnSpPr>
            <a:cxnSpLocks/>
            <a:stCxn id="26" idx="2"/>
            <a:endCxn id="81" idx="0"/>
          </p:cNvCxnSpPr>
          <p:nvPr/>
        </p:nvCxnSpPr>
        <p:spPr>
          <a:xfrm rot="5400000">
            <a:off x="5140379" y="4097570"/>
            <a:ext cx="1313314" cy="175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84861EDC-F471-4E3D-805F-395AB33597E7}"/>
              </a:ext>
            </a:extLst>
          </p:cNvPr>
          <p:cNvCxnSpPr>
            <a:cxnSpLocks/>
            <a:stCxn id="27" idx="2"/>
            <a:endCxn id="81" idx="0"/>
          </p:cNvCxnSpPr>
          <p:nvPr/>
        </p:nvCxnSpPr>
        <p:spPr>
          <a:xfrm rot="5400000">
            <a:off x="5929501" y="3308448"/>
            <a:ext cx="1313314" cy="158000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5F42D7ED-45C4-4BE0-A75B-79C095A2264A}"/>
              </a:ext>
            </a:extLst>
          </p:cNvPr>
          <p:cNvCxnSpPr>
            <a:cxnSpLocks/>
            <a:stCxn id="28" idx="2"/>
            <a:endCxn id="81" idx="0"/>
          </p:cNvCxnSpPr>
          <p:nvPr/>
        </p:nvCxnSpPr>
        <p:spPr>
          <a:xfrm rot="5400000">
            <a:off x="6718622" y="2519327"/>
            <a:ext cx="1313314" cy="3158242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F08ABABF-69D3-481E-BE89-B24C0C4F4C2B}"/>
              </a:ext>
            </a:extLst>
          </p:cNvPr>
          <p:cNvSpPr/>
          <p:nvPr/>
        </p:nvSpPr>
        <p:spPr>
          <a:xfrm>
            <a:off x="8088629" y="4404696"/>
            <a:ext cx="1728034" cy="341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机器学习</a:t>
            </a:r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7E3D80B6-20E7-4321-87FB-0BF641E42ADC}"/>
              </a:ext>
            </a:extLst>
          </p:cNvPr>
          <p:cNvCxnSpPr>
            <a:cxnSpLocks/>
            <a:stCxn id="98" idx="1"/>
            <a:endCxn id="81" idx="0"/>
          </p:cNvCxnSpPr>
          <p:nvPr/>
        </p:nvCxnSpPr>
        <p:spPr>
          <a:xfrm rot="10800000" flipV="1">
            <a:off x="5796159" y="4575441"/>
            <a:ext cx="2292471" cy="17966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89934B32-EB98-4989-901D-5F1DE4889490}"/>
              </a:ext>
            </a:extLst>
          </p:cNvPr>
          <p:cNvSpPr/>
          <p:nvPr/>
        </p:nvSpPr>
        <p:spPr>
          <a:xfrm>
            <a:off x="1817933" y="1631672"/>
            <a:ext cx="8126120" cy="805169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D5269E57-E523-4607-84A9-DD75BBBD071F}"/>
              </a:ext>
            </a:extLst>
          </p:cNvPr>
          <p:cNvSpPr/>
          <p:nvPr/>
        </p:nvSpPr>
        <p:spPr>
          <a:xfrm>
            <a:off x="1817933" y="2607587"/>
            <a:ext cx="8126120" cy="155196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0BCB46E-C517-46DB-9D79-C0CAB4AFAE82}"/>
              </a:ext>
            </a:extLst>
          </p:cNvPr>
          <p:cNvSpPr/>
          <p:nvPr/>
        </p:nvSpPr>
        <p:spPr>
          <a:xfrm>
            <a:off x="1817933" y="4330293"/>
            <a:ext cx="8126120" cy="101208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F10C3D7-028E-4875-A86C-F6399B9AD252}"/>
              </a:ext>
            </a:extLst>
          </p:cNvPr>
          <p:cNvSpPr txBox="1"/>
          <p:nvPr/>
        </p:nvSpPr>
        <p:spPr>
          <a:xfrm>
            <a:off x="1817933" y="1631672"/>
            <a:ext cx="1059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PART I</a:t>
            </a:r>
            <a:endParaRPr lang="zh-CN" altLang="en-US" sz="11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34E3ED7-1BAA-4CEF-8989-EDAC28ABBF3E}"/>
              </a:ext>
            </a:extLst>
          </p:cNvPr>
          <p:cNvSpPr txBox="1"/>
          <p:nvPr/>
        </p:nvSpPr>
        <p:spPr>
          <a:xfrm>
            <a:off x="1817933" y="2619963"/>
            <a:ext cx="1059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PART II</a:t>
            </a:r>
            <a:endParaRPr lang="zh-CN" altLang="en-US" sz="11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A87CE278-36DD-496F-9306-B3C0D2F27CE4}"/>
              </a:ext>
            </a:extLst>
          </p:cNvPr>
          <p:cNvSpPr txBox="1"/>
          <p:nvPr/>
        </p:nvSpPr>
        <p:spPr>
          <a:xfrm>
            <a:off x="1817933" y="4330292"/>
            <a:ext cx="1059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FUTURE</a:t>
            </a:r>
            <a:endParaRPr lang="zh-CN" altLang="en-US" sz="11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57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36BCDF4F-7590-4966-BEA0-13DC4983E1C6}"/>
              </a:ext>
            </a:extLst>
          </p:cNvPr>
          <p:cNvSpPr/>
          <p:nvPr/>
        </p:nvSpPr>
        <p:spPr>
          <a:xfrm>
            <a:off x="2085358" y="572644"/>
            <a:ext cx="2805344" cy="277871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1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1748E0F-1485-4596-8C73-D32101E7CC93}"/>
              </a:ext>
            </a:extLst>
          </p:cNvPr>
          <p:cNvSpPr/>
          <p:nvPr/>
        </p:nvSpPr>
        <p:spPr>
          <a:xfrm>
            <a:off x="4747042" y="803016"/>
            <a:ext cx="2805344" cy="277871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3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517A648A-7256-4D37-AFBC-8D00CDB34B3D}"/>
              </a:ext>
            </a:extLst>
          </p:cNvPr>
          <p:cNvSpPr/>
          <p:nvPr/>
        </p:nvSpPr>
        <p:spPr>
          <a:xfrm>
            <a:off x="3290656" y="2475872"/>
            <a:ext cx="2805344" cy="277871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2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702C36C-2F85-4978-9CF3-8DF72DBD18A6}"/>
              </a:ext>
            </a:extLst>
          </p:cNvPr>
          <p:cNvCxnSpPr>
            <a:cxnSpLocks/>
          </p:cNvCxnSpPr>
          <p:nvPr/>
        </p:nvCxnSpPr>
        <p:spPr>
          <a:xfrm>
            <a:off x="3700936" y="2101820"/>
            <a:ext cx="1113111" cy="37405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48A3DE4-42F1-497F-A8F4-0189D5586438}"/>
              </a:ext>
            </a:extLst>
          </p:cNvPr>
          <p:cNvCxnSpPr>
            <a:cxnSpLocks/>
          </p:cNvCxnSpPr>
          <p:nvPr/>
        </p:nvCxnSpPr>
        <p:spPr>
          <a:xfrm flipV="1">
            <a:off x="4814047" y="2381822"/>
            <a:ext cx="974912" cy="940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8AF28C2-B7E4-4DBD-A8F6-C3C541762C63}"/>
              </a:ext>
            </a:extLst>
          </p:cNvPr>
          <p:cNvCxnSpPr>
            <a:cxnSpLocks/>
          </p:cNvCxnSpPr>
          <p:nvPr/>
        </p:nvCxnSpPr>
        <p:spPr>
          <a:xfrm flipV="1">
            <a:off x="4670387" y="2569922"/>
            <a:ext cx="98687" cy="11603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DEF41D7C-0C24-410F-8D3B-241EA514CC8D}"/>
              </a:ext>
            </a:extLst>
          </p:cNvPr>
          <p:cNvSpPr txBox="1"/>
          <p:nvPr/>
        </p:nvSpPr>
        <p:spPr>
          <a:xfrm>
            <a:off x="5343135" y="2414366"/>
            <a:ext cx="1059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d3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07E0364-0212-4F13-BDF3-895143279A29}"/>
              </a:ext>
            </a:extLst>
          </p:cNvPr>
          <p:cNvSpPr txBox="1"/>
          <p:nvPr/>
        </p:nvSpPr>
        <p:spPr>
          <a:xfrm>
            <a:off x="4671812" y="3193851"/>
            <a:ext cx="1059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d2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8B8A8E3-91BF-4B5D-9039-FAC71B28AD1A}"/>
              </a:ext>
            </a:extLst>
          </p:cNvPr>
          <p:cNvSpPr txBox="1"/>
          <p:nvPr/>
        </p:nvSpPr>
        <p:spPr>
          <a:xfrm>
            <a:off x="3776965" y="2243322"/>
            <a:ext cx="1059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d1</a:t>
            </a:r>
          </a:p>
        </p:txBody>
      </p:sp>
      <p:pic>
        <p:nvPicPr>
          <p:cNvPr id="13" name="图形 12" descr="标记">
            <a:extLst>
              <a:ext uri="{FF2B5EF4-FFF2-40B4-BE49-F238E27FC236}">
                <a16:creationId xmlns:a16="http://schemas.microsoft.com/office/drawing/2014/main" id="{7F815C43-3D11-47C6-B1D6-7966EDF1F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0046" y="16084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0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07E7D20-4489-42DB-919C-D917583790A7}"/>
              </a:ext>
            </a:extLst>
          </p:cNvPr>
          <p:cNvSpPr/>
          <p:nvPr/>
        </p:nvSpPr>
        <p:spPr>
          <a:xfrm>
            <a:off x="3223098" y="1119276"/>
            <a:ext cx="1756892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陀螺仪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1D5962A-F547-4428-A793-87EBDC1E5808}"/>
              </a:ext>
            </a:extLst>
          </p:cNvPr>
          <p:cNvSpPr/>
          <p:nvPr/>
        </p:nvSpPr>
        <p:spPr>
          <a:xfrm>
            <a:off x="5876780" y="1119276"/>
            <a:ext cx="1756892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磁强计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E3E441E-8939-417B-BF13-1BE633A497FC}"/>
              </a:ext>
            </a:extLst>
          </p:cNvPr>
          <p:cNvSpPr/>
          <p:nvPr/>
        </p:nvSpPr>
        <p:spPr>
          <a:xfrm>
            <a:off x="4246094" y="2278605"/>
            <a:ext cx="227966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航向角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3F818BF-7390-4BE3-ACB4-45AF6116FF46}"/>
              </a:ext>
            </a:extLst>
          </p:cNvPr>
          <p:cNvSpPr/>
          <p:nvPr/>
        </p:nvSpPr>
        <p:spPr>
          <a:xfrm>
            <a:off x="1466206" y="2279344"/>
            <a:ext cx="1756892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加速度计</a:t>
            </a: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2A3656B0-9A60-4F9B-B066-38E20B88C2FE}"/>
              </a:ext>
            </a:extLst>
          </p:cNvPr>
          <p:cNvCxnSpPr>
            <a:cxnSpLocks/>
            <a:stCxn id="31" idx="2"/>
            <a:endCxn id="34" idx="0"/>
          </p:cNvCxnSpPr>
          <p:nvPr/>
        </p:nvCxnSpPr>
        <p:spPr>
          <a:xfrm rot="16200000" flipH="1">
            <a:off x="4399683" y="1292359"/>
            <a:ext cx="688107" cy="128438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737777CE-AF88-411C-90A9-2F266CBC9858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rot="5400000">
            <a:off x="5726524" y="1249902"/>
            <a:ext cx="688107" cy="136929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18966087-114F-4C5D-8B9D-BDAAC86AB758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3223098" y="2514216"/>
            <a:ext cx="1022996" cy="739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C8841BF-0F2B-4232-A2C7-6274B35B1528}"/>
              </a:ext>
            </a:extLst>
          </p:cNvPr>
          <p:cNvSpPr/>
          <p:nvPr/>
        </p:nvSpPr>
        <p:spPr>
          <a:xfrm>
            <a:off x="4246094" y="3390526"/>
            <a:ext cx="227966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脚步步长</a:t>
            </a: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5CAC92FC-95FB-4D94-8C82-443840E7460F}"/>
              </a:ext>
            </a:extLst>
          </p:cNvPr>
          <p:cNvCxnSpPr>
            <a:cxnSpLocks/>
            <a:stCxn id="35" idx="2"/>
            <a:endCxn id="52" idx="1"/>
          </p:cNvCxnSpPr>
          <p:nvPr/>
        </p:nvCxnSpPr>
        <p:spPr>
          <a:xfrm rot="16200000" flipH="1">
            <a:off x="2857588" y="2237630"/>
            <a:ext cx="875571" cy="190144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2283411F-DAA6-4E18-ADC3-812B2A3C56A2}"/>
              </a:ext>
            </a:extLst>
          </p:cNvPr>
          <p:cNvSpPr/>
          <p:nvPr/>
        </p:nvSpPr>
        <p:spPr>
          <a:xfrm>
            <a:off x="8033991" y="2791699"/>
            <a:ext cx="1399429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航迹推算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6AA27089-3BD9-45AE-A67E-8CECCB7EE09C}"/>
              </a:ext>
            </a:extLst>
          </p:cNvPr>
          <p:cNvCxnSpPr>
            <a:cxnSpLocks/>
            <a:stCxn id="34" idx="3"/>
            <a:endCxn id="60" idx="1"/>
          </p:cNvCxnSpPr>
          <p:nvPr/>
        </p:nvCxnSpPr>
        <p:spPr>
          <a:xfrm>
            <a:off x="6525761" y="2514216"/>
            <a:ext cx="1508230" cy="51309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239BF8C1-8528-44A7-90A1-34045A2CB467}"/>
              </a:ext>
            </a:extLst>
          </p:cNvPr>
          <p:cNvCxnSpPr>
            <a:cxnSpLocks/>
            <a:stCxn id="52" idx="3"/>
            <a:endCxn id="60" idx="1"/>
          </p:cNvCxnSpPr>
          <p:nvPr/>
        </p:nvCxnSpPr>
        <p:spPr>
          <a:xfrm flipV="1">
            <a:off x="6525761" y="3027310"/>
            <a:ext cx="1508230" cy="59882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BCBE1A84-6CC8-45C2-BEC2-6DF554ADAFBE}"/>
              </a:ext>
            </a:extLst>
          </p:cNvPr>
          <p:cNvSpPr/>
          <p:nvPr/>
        </p:nvSpPr>
        <p:spPr>
          <a:xfrm>
            <a:off x="1250244" y="1045482"/>
            <a:ext cx="6695663" cy="3080926"/>
          </a:xfrm>
          <a:custGeom>
            <a:avLst/>
            <a:gdLst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97732 w 6797732"/>
              <a:gd name="connsiteY2" fmla="*/ 3080926 h 3080926"/>
              <a:gd name="connsiteX3" fmla="*/ 0 w 6797732"/>
              <a:gd name="connsiteY3" fmla="*/ 3080926 h 3080926"/>
              <a:gd name="connsiteX4" fmla="*/ 0 w 6797732"/>
              <a:gd name="connsiteY4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97732 w 6797732"/>
              <a:gd name="connsiteY2" fmla="*/ 3080926 h 3080926"/>
              <a:gd name="connsiteX3" fmla="*/ 0 w 6797732"/>
              <a:gd name="connsiteY3" fmla="*/ 3080926 h 3080926"/>
              <a:gd name="connsiteX4" fmla="*/ 0 w 6797732"/>
              <a:gd name="connsiteY4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97732 w 6797732"/>
              <a:gd name="connsiteY2" fmla="*/ 3080926 h 3080926"/>
              <a:gd name="connsiteX3" fmla="*/ 2609688 w 6797732"/>
              <a:gd name="connsiteY3" fmla="*/ 3076916 h 3080926"/>
              <a:gd name="connsiteX4" fmla="*/ 0 w 6797732"/>
              <a:gd name="connsiteY4" fmla="*/ 3080926 h 3080926"/>
              <a:gd name="connsiteX5" fmla="*/ 0 w 6797732"/>
              <a:gd name="connsiteY5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97732 w 6797732"/>
              <a:gd name="connsiteY2" fmla="*/ 3080926 h 3080926"/>
              <a:gd name="connsiteX3" fmla="*/ 2609688 w 6797732"/>
              <a:gd name="connsiteY3" fmla="*/ 3076916 h 3080926"/>
              <a:gd name="connsiteX4" fmla="*/ 2300878 w 6797732"/>
              <a:gd name="connsiteY4" fmla="*/ 3076916 h 3080926"/>
              <a:gd name="connsiteX5" fmla="*/ 0 w 6797732"/>
              <a:gd name="connsiteY5" fmla="*/ 3080926 h 3080926"/>
              <a:gd name="connsiteX6" fmla="*/ 0 w 6797732"/>
              <a:gd name="connsiteY6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97732 w 6797732"/>
              <a:gd name="connsiteY2" fmla="*/ 3080926 h 3080926"/>
              <a:gd name="connsiteX3" fmla="*/ 2609688 w 6797732"/>
              <a:gd name="connsiteY3" fmla="*/ 3076916 h 3080926"/>
              <a:gd name="connsiteX4" fmla="*/ 2529478 w 6797732"/>
              <a:gd name="connsiteY4" fmla="*/ 3076916 h 3080926"/>
              <a:gd name="connsiteX5" fmla="*/ 2300878 w 6797732"/>
              <a:gd name="connsiteY5" fmla="*/ 3076916 h 3080926"/>
              <a:gd name="connsiteX6" fmla="*/ 0 w 6797732"/>
              <a:gd name="connsiteY6" fmla="*/ 3080926 h 3080926"/>
              <a:gd name="connsiteX7" fmla="*/ 0 w 6797732"/>
              <a:gd name="connsiteY7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97732 w 6797732"/>
              <a:gd name="connsiteY2" fmla="*/ 3080926 h 3080926"/>
              <a:gd name="connsiteX3" fmla="*/ 2609688 w 6797732"/>
              <a:gd name="connsiteY3" fmla="*/ 3076916 h 3080926"/>
              <a:gd name="connsiteX4" fmla="*/ 2284836 w 6797732"/>
              <a:gd name="connsiteY4" fmla="*/ 919252 h 3080926"/>
              <a:gd name="connsiteX5" fmla="*/ 2300878 w 6797732"/>
              <a:gd name="connsiteY5" fmla="*/ 3076916 h 3080926"/>
              <a:gd name="connsiteX6" fmla="*/ 0 w 6797732"/>
              <a:gd name="connsiteY6" fmla="*/ 3080926 h 3080926"/>
              <a:gd name="connsiteX7" fmla="*/ 0 w 6797732"/>
              <a:gd name="connsiteY7" fmla="*/ 0 h 3080926"/>
              <a:gd name="connsiteX0" fmla="*/ 0 w 6808709"/>
              <a:gd name="connsiteY0" fmla="*/ 0 h 3080926"/>
              <a:gd name="connsiteX1" fmla="*/ 6797732 w 6808709"/>
              <a:gd name="connsiteY1" fmla="*/ 0 h 3080926"/>
              <a:gd name="connsiteX2" fmla="*/ 6797732 w 6808709"/>
              <a:gd name="connsiteY2" fmla="*/ 3080926 h 3080926"/>
              <a:gd name="connsiteX3" fmla="*/ 6808709 w 6808709"/>
              <a:gd name="connsiteY3" fmla="*/ 947326 h 3080926"/>
              <a:gd name="connsiteX4" fmla="*/ 2284836 w 6808709"/>
              <a:gd name="connsiteY4" fmla="*/ 919252 h 3080926"/>
              <a:gd name="connsiteX5" fmla="*/ 2300878 w 6808709"/>
              <a:gd name="connsiteY5" fmla="*/ 3076916 h 3080926"/>
              <a:gd name="connsiteX6" fmla="*/ 0 w 6808709"/>
              <a:gd name="connsiteY6" fmla="*/ 3080926 h 3080926"/>
              <a:gd name="connsiteX7" fmla="*/ 0 w 6808709"/>
              <a:gd name="connsiteY7" fmla="*/ 0 h 3080926"/>
              <a:gd name="connsiteX0" fmla="*/ 0 w 6860846"/>
              <a:gd name="connsiteY0" fmla="*/ 0 h 3080926"/>
              <a:gd name="connsiteX1" fmla="*/ 6797732 w 6860846"/>
              <a:gd name="connsiteY1" fmla="*/ 0 h 3080926"/>
              <a:gd name="connsiteX2" fmla="*/ 6797732 w 6860846"/>
              <a:gd name="connsiteY2" fmla="*/ 3080926 h 3080926"/>
              <a:gd name="connsiteX3" fmla="*/ 6860846 w 6860846"/>
              <a:gd name="connsiteY3" fmla="*/ 943315 h 3080926"/>
              <a:gd name="connsiteX4" fmla="*/ 2284836 w 6860846"/>
              <a:gd name="connsiteY4" fmla="*/ 919252 h 3080926"/>
              <a:gd name="connsiteX5" fmla="*/ 2300878 w 6860846"/>
              <a:gd name="connsiteY5" fmla="*/ 3076916 h 3080926"/>
              <a:gd name="connsiteX6" fmla="*/ 0 w 6860846"/>
              <a:gd name="connsiteY6" fmla="*/ 3080926 h 3080926"/>
              <a:gd name="connsiteX7" fmla="*/ 0 w 6860846"/>
              <a:gd name="connsiteY7" fmla="*/ 0 h 3080926"/>
              <a:gd name="connsiteX0" fmla="*/ 0 w 6804699"/>
              <a:gd name="connsiteY0" fmla="*/ 0 h 3080926"/>
              <a:gd name="connsiteX1" fmla="*/ 6797732 w 6804699"/>
              <a:gd name="connsiteY1" fmla="*/ 0 h 3080926"/>
              <a:gd name="connsiteX2" fmla="*/ 6797732 w 6804699"/>
              <a:gd name="connsiteY2" fmla="*/ 3080926 h 3080926"/>
              <a:gd name="connsiteX3" fmla="*/ 6804699 w 6804699"/>
              <a:gd name="connsiteY3" fmla="*/ 943315 h 3080926"/>
              <a:gd name="connsiteX4" fmla="*/ 2284836 w 6804699"/>
              <a:gd name="connsiteY4" fmla="*/ 919252 h 3080926"/>
              <a:gd name="connsiteX5" fmla="*/ 2300878 w 6804699"/>
              <a:gd name="connsiteY5" fmla="*/ 3076916 h 3080926"/>
              <a:gd name="connsiteX6" fmla="*/ 0 w 6804699"/>
              <a:gd name="connsiteY6" fmla="*/ 3080926 h 3080926"/>
              <a:gd name="connsiteX7" fmla="*/ 0 w 6804699"/>
              <a:gd name="connsiteY7" fmla="*/ 0 h 3080926"/>
              <a:gd name="connsiteX0" fmla="*/ 0 w 6804699"/>
              <a:gd name="connsiteY0" fmla="*/ 0 h 3080926"/>
              <a:gd name="connsiteX1" fmla="*/ 6797732 w 6804699"/>
              <a:gd name="connsiteY1" fmla="*/ 0 h 3080926"/>
              <a:gd name="connsiteX2" fmla="*/ 6789711 w 6804699"/>
              <a:gd name="connsiteY2" fmla="*/ 835031 h 3080926"/>
              <a:gd name="connsiteX3" fmla="*/ 6804699 w 6804699"/>
              <a:gd name="connsiteY3" fmla="*/ 943315 h 3080926"/>
              <a:gd name="connsiteX4" fmla="*/ 2284836 w 6804699"/>
              <a:gd name="connsiteY4" fmla="*/ 919252 h 3080926"/>
              <a:gd name="connsiteX5" fmla="*/ 2300878 w 6804699"/>
              <a:gd name="connsiteY5" fmla="*/ 3076916 h 3080926"/>
              <a:gd name="connsiteX6" fmla="*/ 0 w 6804699"/>
              <a:gd name="connsiteY6" fmla="*/ 3080926 h 3080926"/>
              <a:gd name="connsiteX7" fmla="*/ 0 w 6804699"/>
              <a:gd name="connsiteY7" fmla="*/ 0 h 3080926"/>
              <a:gd name="connsiteX0" fmla="*/ 0 w 6804699"/>
              <a:gd name="connsiteY0" fmla="*/ 0 h 3080926"/>
              <a:gd name="connsiteX1" fmla="*/ 6797732 w 6804699"/>
              <a:gd name="connsiteY1" fmla="*/ 0 h 3080926"/>
              <a:gd name="connsiteX2" fmla="*/ 6789711 w 6804699"/>
              <a:gd name="connsiteY2" fmla="*/ 835031 h 3080926"/>
              <a:gd name="connsiteX3" fmla="*/ 6804699 w 6804699"/>
              <a:gd name="connsiteY3" fmla="*/ 943315 h 3080926"/>
              <a:gd name="connsiteX4" fmla="*/ 2320931 w 6804699"/>
              <a:gd name="connsiteY4" fmla="*/ 927273 h 3080926"/>
              <a:gd name="connsiteX5" fmla="*/ 2300878 w 6804699"/>
              <a:gd name="connsiteY5" fmla="*/ 3076916 h 3080926"/>
              <a:gd name="connsiteX6" fmla="*/ 0 w 6804699"/>
              <a:gd name="connsiteY6" fmla="*/ 3080926 h 3080926"/>
              <a:gd name="connsiteX7" fmla="*/ 0 w 6804699"/>
              <a:gd name="connsiteY7" fmla="*/ 0 h 3080926"/>
              <a:gd name="connsiteX0" fmla="*/ 0 w 6804699"/>
              <a:gd name="connsiteY0" fmla="*/ 0 h 3080926"/>
              <a:gd name="connsiteX1" fmla="*/ 6797732 w 6804699"/>
              <a:gd name="connsiteY1" fmla="*/ 0 h 3080926"/>
              <a:gd name="connsiteX2" fmla="*/ 6789711 w 6804699"/>
              <a:gd name="connsiteY2" fmla="*/ 835031 h 3080926"/>
              <a:gd name="connsiteX3" fmla="*/ 6804699 w 6804699"/>
              <a:gd name="connsiteY3" fmla="*/ 943315 h 3080926"/>
              <a:gd name="connsiteX4" fmla="*/ 2296868 w 6804699"/>
              <a:gd name="connsiteY4" fmla="*/ 931284 h 3080926"/>
              <a:gd name="connsiteX5" fmla="*/ 2300878 w 6804699"/>
              <a:gd name="connsiteY5" fmla="*/ 3076916 h 3080926"/>
              <a:gd name="connsiteX6" fmla="*/ 0 w 6804699"/>
              <a:gd name="connsiteY6" fmla="*/ 3080926 h 3080926"/>
              <a:gd name="connsiteX7" fmla="*/ 0 w 6804699"/>
              <a:gd name="connsiteY7" fmla="*/ 0 h 3080926"/>
              <a:gd name="connsiteX0" fmla="*/ 0 w 6804699"/>
              <a:gd name="connsiteY0" fmla="*/ 0 h 3080926"/>
              <a:gd name="connsiteX1" fmla="*/ 6797732 w 6804699"/>
              <a:gd name="connsiteY1" fmla="*/ 0 h 3080926"/>
              <a:gd name="connsiteX2" fmla="*/ 6789711 w 6804699"/>
              <a:gd name="connsiteY2" fmla="*/ 835031 h 3080926"/>
              <a:gd name="connsiteX3" fmla="*/ 6804699 w 6804699"/>
              <a:gd name="connsiteY3" fmla="*/ 943315 h 3080926"/>
              <a:gd name="connsiteX4" fmla="*/ 2312910 w 6804699"/>
              <a:gd name="connsiteY4" fmla="*/ 939305 h 3080926"/>
              <a:gd name="connsiteX5" fmla="*/ 2300878 w 6804699"/>
              <a:gd name="connsiteY5" fmla="*/ 3076916 h 3080926"/>
              <a:gd name="connsiteX6" fmla="*/ 0 w 6804699"/>
              <a:gd name="connsiteY6" fmla="*/ 3080926 h 3080926"/>
              <a:gd name="connsiteX7" fmla="*/ 0 w 6804699"/>
              <a:gd name="connsiteY7" fmla="*/ 0 h 3080926"/>
              <a:gd name="connsiteX0" fmla="*/ 0 w 6804699"/>
              <a:gd name="connsiteY0" fmla="*/ 0 h 3080926"/>
              <a:gd name="connsiteX1" fmla="*/ 6797732 w 6804699"/>
              <a:gd name="connsiteY1" fmla="*/ 0 h 3080926"/>
              <a:gd name="connsiteX2" fmla="*/ 6789711 w 6804699"/>
              <a:gd name="connsiteY2" fmla="*/ 835031 h 3080926"/>
              <a:gd name="connsiteX3" fmla="*/ 6804699 w 6804699"/>
              <a:gd name="connsiteY3" fmla="*/ 943315 h 3080926"/>
              <a:gd name="connsiteX4" fmla="*/ 2316921 w 6804699"/>
              <a:gd name="connsiteY4" fmla="*/ 943315 h 3080926"/>
              <a:gd name="connsiteX5" fmla="*/ 2300878 w 6804699"/>
              <a:gd name="connsiteY5" fmla="*/ 3076916 h 3080926"/>
              <a:gd name="connsiteX6" fmla="*/ 0 w 6804699"/>
              <a:gd name="connsiteY6" fmla="*/ 3080926 h 3080926"/>
              <a:gd name="connsiteX7" fmla="*/ 0 w 6804699"/>
              <a:gd name="connsiteY7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9711 w 6797732"/>
              <a:gd name="connsiteY2" fmla="*/ 835031 h 3080926"/>
              <a:gd name="connsiteX3" fmla="*/ 6789571 w 6797732"/>
              <a:gd name="connsiteY3" fmla="*/ 736567 h 3080926"/>
              <a:gd name="connsiteX4" fmla="*/ 2316921 w 6797732"/>
              <a:gd name="connsiteY4" fmla="*/ 943315 h 3080926"/>
              <a:gd name="connsiteX5" fmla="*/ 2300878 w 6797732"/>
              <a:gd name="connsiteY5" fmla="*/ 3076916 h 3080926"/>
              <a:gd name="connsiteX6" fmla="*/ 0 w 6797732"/>
              <a:gd name="connsiteY6" fmla="*/ 3080926 h 3080926"/>
              <a:gd name="connsiteX7" fmla="*/ 0 w 6797732"/>
              <a:gd name="connsiteY7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9711 w 6797732"/>
              <a:gd name="connsiteY2" fmla="*/ 835031 h 3080926"/>
              <a:gd name="connsiteX3" fmla="*/ 6786210 w 6797732"/>
              <a:gd name="connsiteY3" fmla="*/ 933230 h 3080926"/>
              <a:gd name="connsiteX4" fmla="*/ 2316921 w 6797732"/>
              <a:gd name="connsiteY4" fmla="*/ 943315 h 3080926"/>
              <a:gd name="connsiteX5" fmla="*/ 2300878 w 6797732"/>
              <a:gd name="connsiteY5" fmla="*/ 3076916 h 3080926"/>
              <a:gd name="connsiteX6" fmla="*/ 0 w 6797732"/>
              <a:gd name="connsiteY6" fmla="*/ 3080926 h 3080926"/>
              <a:gd name="connsiteX7" fmla="*/ 0 w 6797732"/>
              <a:gd name="connsiteY7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6350 w 6797732"/>
              <a:gd name="connsiteY2" fmla="*/ 821584 h 3080926"/>
              <a:gd name="connsiteX3" fmla="*/ 6786210 w 6797732"/>
              <a:gd name="connsiteY3" fmla="*/ 933230 h 3080926"/>
              <a:gd name="connsiteX4" fmla="*/ 2316921 w 6797732"/>
              <a:gd name="connsiteY4" fmla="*/ 943315 h 3080926"/>
              <a:gd name="connsiteX5" fmla="*/ 2300878 w 6797732"/>
              <a:gd name="connsiteY5" fmla="*/ 3076916 h 3080926"/>
              <a:gd name="connsiteX6" fmla="*/ 0 w 6797732"/>
              <a:gd name="connsiteY6" fmla="*/ 3080926 h 3080926"/>
              <a:gd name="connsiteX7" fmla="*/ 0 w 6797732"/>
              <a:gd name="connsiteY7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6350 w 6797732"/>
              <a:gd name="connsiteY2" fmla="*/ 821584 h 3080926"/>
              <a:gd name="connsiteX3" fmla="*/ 6402009 w 6797732"/>
              <a:gd name="connsiteY3" fmla="*/ 928107 h 3080926"/>
              <a:gd name="connsiteX4" fmla="*/ 2316921 w 6797732"/>
              <a:gd name="connsiteY4" fmla="*/ 943315 h 3080926"/>
              <a:gd name="connsiteX5" fmla="*/ 2300878 w 6797732"/>
              <a:gd name="connsiteY5" fmla="*/ 3076916 h 3080926"/>
              <a:gd name="connsiteX6" fmla="*/ 0 w 6797732"/>
              <a:gd name="connsiteY6" fmla="*/ 3080926 h 3080926"/>
              <a:gd name="connsiteX7" fmla="*/ 0 w 6797732"/>
              <a:gd name="connsiteY7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8912 w 6797732"/>
              <a:gd name="connsiteY2" fmla="*/ 924038 h 3080926"/>
              <a:gd name="connsiteX3" fmla="*/ 6402009 w 6797732"/>
              <a:gd name="connsiteY3" fmla="*/ 928107 h 3080926"/>
              <a:gd name="connsiteX4" fmla="*/ 2316921 w 6797732"/>
              <a:gd name="connsiteY4" fmla="*/ 943315 h 3080926"/>
              <a:gd name="connsiteX5" fmla="*/ 2300878 w 6797732"/>
              <a:gd name="connsiteY5" fmla="*/ 3076916 h 3080926"/>
              <a:gd name="connsiteX6" fmla="*/ 0 w 6797732"/>
              <a:gd name="connsiteY6" fmla="*/ 3080926 h 3080926"/>
              <a:gd name="connsiteX7" fmla="*/ 0 w 6797732"/>
              <a:gd name="connsiteY7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8912 w 6797732"/>
              <a:gd name="connsiteY2" fmla="*/ 924038 h 3080926"/>
              <a:gd name="connsiteX3" fmla="*/ 6402009 w 6797732"/>
              <a:gd name="connsiteY3" fmla="*/ 928107 h 3080926"/>
              <a:gd name="connsiteX4" fmla="*/ 6015687 w 6797732"/>
              <a:gd name="connsiteY4" fmla="*/ 935197 h 3080926"/>
              <a:gd name="connsiteX5" fmla="*/ 2316921 w 6797732"/>
              <a:gd name="connsiteY5" fmla="*/ 943315 h 3080926"/>
              <a:gd name="connsiteX6" fmla="*/ 2300878 w 6797732"/>
              <a:gd name="connsiteY6" fmla="*/ 3076916 h 3080926"/>
              <a:gd name="connsiteX7" fmla="*/ 0 w 6797732"/>
              <a:gd name="connsiteY7" fmla="*/ 3080926 h 3080926"/>
              <a:gd name="connsiteX8" fmla="*/ 0 w 6797732"/>
              <a:gd name="connsiteY8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8912 w 6797732"/>
              <a:gd name="connsiteY2" fmla="*/ 924038 h 3080926"/>
              <a:gd name="connsiteX3" fmla="*/ 6402009 w 6797732"/>
              <a:gd name="connsiteY3" fmla="*/ 928107 h 3080926"/>
              <a:gd name="connsiteX4" fmla="*/ 6781529 w 6797732"/>
              <a:gd name="connsiteY4" fmla="*/ 942881 h 3080926"/>
              <a:gd name="connsiteX5" fmla="*/ 2316921 w 6797732"/>
              <a:gd name="connsiteY5" fmla="*/ 943315 h 3080926"/>
              <a:gd name="connsiteX6" fmla="*/ 2300878 w 6797732"/>
              <a:gd name="connsiteY6" fmla="*/ 3076916 h 3080926"/>
              <a:gd name="connsiteX7" fmla="*/ 0 w 6797732"/>
              <a:gd name="connsiteY7" fmla="*/ 3080926 h 3080926"/>
              <a:gd name="connsiteX8" fmla="*/ 0 w 6797732"/>
              <a:gd name="connsiteY8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8912 w 6797732"/>
              <a:gd name="connsiteY2" fmla="*/ 924038 h 3080926"/>
              <a:gd name="connsiteX3" fmla="*/ 6012685 w 6797732"/>
              <a:gd name="connsiteY3" fmla="*/ 935791 h 3080926"/>
              <a:gd name="connsiteX4" fmla="*/ 6781529 w 6797732"/>
              <a:gd name="connsiteY4" fmla="*/ 942881 h 3080926"/>
              <a:gd name="connsiteX5" fmla="*/ 2316921 w 6797732"/>
              <a:gd name="connsiteY5" fmla="*/ 943315 h 3080926"/>
              <a:gd name="connsiteX6" fmla="*/ 2300878 w 6797732"/>
              <a:gd name="connsiteY6" fmla="*/ 3076916 h 3080926"/>
              <a:gd name="connsiteX7" fmla="*/ 0 w 6797732"/>
              <a:gd name="connsiteY7" fmla="*/ 3080926 h 3080926"/>
              <a:gd name="connsiteX8" fmla="*/ 0 w 6797732"/>
              <a:gd name="connsiteY8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8912 w 6797732"/>
              <a:gd name="connsiteY2" fmla="*/ 924038 h 3080926"/>
              <a:gd name="connsiteX3" fmla="*/ 6012685 w 6797732"/>
              <a:gd name="connsiteY3" fmla="*/ 935791 h 3080926"/>
              <a:gd name="connsiteX4" fmla="*/ 6781529 w 6797732"/>
              <a:gd name="connsiteY4" fmla="*/ 942881 h 3080926"/>
              <a:gd name="connsiteX5" fmla="*/ 2316921 w 6797732"/>
              <a:gd name="connsiteY5" fmla="*/ 943315 h 3080926"/>
              <a:gd name="connsiteX6" fmla="*/ 2300878 w 6797732"/>
              <a:gd name="connsiteY6" fmla="*/ 3076916 h 3080926"/>
              <a:gd name="connsiteX7" fmla="*/ 0 w 6797732"/>
              <a:gd name="connsiteY7" fmla="*/ 3080926 h 3080926"/>
              <a:gd name="connsiteX8" fmla="*/ 0 w 6797732"/>
              <a:gd name="connsiteY8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8912 w 6797732"/>
              <a:gd name="connsiteY2" fmla="*/ 924038 h 3080926"/>
              <a:gd name="connsiteX3" fmla="*/ 6796457 w 6797732"/>
              <a:gd name="connsiteY3" fmla="*/ 928107 h 3080926"/>
              <a:gd name="connsiteX4" fmla="*/ 6781529 w 6797732"/>
              <a:gd name="connsiteY4" fmla="*/ 942881 h 3080926"/>
              <a:gd name="connsiteX5" fmla="*/ 2316921 w 6797732"/>
              <a:gd name="connsiteY5" fmla="*/ 943315 h 3080926"/>
              <a:gd name="connsiteX6" fmla="*/ 2300878 w 6797732"/>
              <a:gd name="connsiteY6" fmla="*/ 3076916 h 3080926"/>
              <a:gd name="connsiteX7" fmla="*/ 0 w 6797732"/>
              <a:gd name="connsiteY7" fmla="*/ 3080926 h 3080926"/>
              <a:gd name="connsiteX8" fmla="*/ 0 w 6797732"/>
              <a:gd name="connsiteY8" fmla="*/ 0 h 3080926"/>
              <a:gd name="connsiteX0" fmla="*/ 0 w 6797732"/>
              <a:gd name="connsiteY0" fmla="*/ 0 h 3080926"/>
              <a:gd name="connsiteX1" fmla="*/ 6797732 w 6797732"/>
              <a:gd name="connsiteY1" fmla="*/ 0 h 3080926"/>
              <a:gd name="connsiteX2" fmla="*/ 6788912 w 6797732"/>
              <a:gd name="connsiteY2" fmla="*/ 924038 h 3080926"/>
              <a:gd name="connsiteX3" fmla="*/ 6796457 w 6797732"/>
              <a:gd name="connsiteY3" fmla="*/ 928107 h 3080926"/>
              <a:gd name="connsiteX4" fmla="*/ 6595132 w 6797732"/>
              <a:gd name="connsiteY4" fmla="*/ 948157 h 3080926"/>
              <a:gd name="connsiteX5" fmla="*/ 2316921 w 6797732"/>
              <a:gd name="connsiteY5" fmla="*/ 943315 h 3080926"/>
              <a:gd name="connsiteX6" fmla="*/ 2300878 w 6797732"/>
              <a:gd name="connsiteY6" fmla="*/ 3076916 h 3080926"/>
              <a:gd name="connsiteX7" fmla="*/ 0 w 6797732"/>
              <a:gd name="connsiteY7" fmla="*/ 3080926 h 3080926"/>
              <a:gd name="connsiteX8" fmla="*/ 0 w 6797732"/>
              <a:gd name="connsiteY8" fmla="*/ 0 h 308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7732" h="3080926">
                <a:moveTo>
                  <a:pt x="0" y="0"/>
                </a:moveTo>
                <a:lnTo>
                  <a:pt x="6797732" y="0"/>
                </a:lnTo>
                <a:cubicBezTo>
                  <a:pt x="6795058" y="278344"/>
                  <a:pt x="6791586" y="645694"/>
                  <a:pt x="6788912" y="924038"/>
                </a:cubicBezTo>
                <a:cubicBezTo>
                  <a:pt x="6791234" y="211501"/>
                  <a:pt x="6786451" y="923468"/>
                  <a:pt x="6796457" y="928107"/>
                </a:cubicBezTo>
                <a:lnTo>
                  <a:pt x="6595132" y="948157"/>
                </a:lnTo>
                <a:lnTo>
                  <a:pt x="2316921" y="943315"/>
                </a:lnTo>
                <a:cubicBezTo>
                  <a:pt x="2318258" y="1658526"/>
                  <a:pt x="2299541" y="2361705"/>
                  <a:pt x="2300878" y="3076916"/>
                </a:cubicBezTo>
                <a:lnTo>
                  <a:pt x="0" y="3080926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603F98E-6081-4C93-8EE7-A24E7C46B016}"/>
              </a:ext>
            </a:extLst>
          </p:cNvPr>
          <p:cNvSpPr/>
          <p:nvPr/>
        </p:nvSpPr>
        <p:spPr>
          <a:xfrm>
            <a:off x="3687233" y="2151000"/>
            <a:ext cx="4258674" cy="1975408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1665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0185718-964B-46B3-8DB3-36C51D21327A}"/>
              </a:ext>
            </a:extLst>
          </p:cNvPr>
          <p:cNvSpPr/>
          <p:nvPr/>
        </p:nvSpPr>
        <p:spPr>
          <a:xfrm>
            <a:off x="2153775" y="842439"/>
            <a:ext cx="1017263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基站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C2699AE-4AE5-4DA2-9B40-E55351755876}"/>
              </a:ext>
            </a:extLst>
          </p:cNvPr>
          <p:cNvSpPr/>
          <p:nvPr/>
        </p:nvSpPr>
        <p:spPr>
          <a:xfrm>
            <a:off x="3951116" y="1846322"/>
            <a:ext cx="1756892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用户接收的信号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105CD46-53A0-472B-97B8-995FB765C545}"/>
              </a:ext>
            </a:extLst>
          </p:cNvPr>
          <p:cNvSpPr/>
          <p:nvPr/>
        </p:nvSpPr>
        <p:spPr>
          <a:xfrm>
            <a:off x="3951116" y="2850205"/>
            <a:ext cx="1756892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数据库中参考点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05823DA-6FE3-405F-A05C-85FB21312BA1}"/>
              </a:ext>
            </a:extLst>
          </p:cNvPr>
          <p:cNvSpPr/>
          <p:nvPr/>
        </p:nvSpPr>
        <p:spPr>
          <a:xfrm>
            <a:off x="3237353" y="842439"/>
            <a:ext cx="1017263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基站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D33F116-2186-40F5-9EAB-45EBA3763138}"/>
              </a:ext>
            </a:extLst>
          </p:cNvPr>
          <p:cNvSpPr/>
          <p:nvPr/>
        </p:nvSpPr>
        <p:spPr>
          <a:xfrm>
            <a:off x="4320931" y="842439"/>
            <a:ext cx="1017263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基站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5D3C9ED-DBFB-4986-83BF-88CBC0F7897D}"/>
              </a:ext>
            </a:extLst>
          </p:cNvPr>
          <p:cNvSpPr/>
          <p:nvPr/>
        </p:nvSpPr>
        <p:spPr>
          <a:xfrm>
            <a:off x="5404509" y="842439"/>
            <a:ext cx="1017263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 …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EB2C099-06B9-4146-84C7-F4C0E318D72E}"/>
              </a:ext>
            </a:extLst>
          </p:cNvPr>
          <p:cNvSpPr/>
          <p:nvPr/>
        </p:nvSpPr>
        <p:spPr>
          <a:xfrm>
            <a:off x="6488087" y="842439"/>
            <a:ext cx="1017263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基站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523B7D03-1DDC-4E59-BD17-DC04879A095B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rot="16200000" flipH="1">
            <a:off x="3479654" y="496413"/>
            <a:ext cx="532661" cy="216715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0A0FA59A-98D6-4CA6-8DA6-E6BC5622B656}"/>
              </a:ext>
            </a:extLst>
          </p:cNvPr>
          <p:cNvCxnSpPr>
            <a:cxnSpLocks/>
            <a:stCxn id="21" idx="2"/>
            <a:endCxn id="17" idx="0"/>
          </p:cNvCxnSpPr>
          <p:nvPr/>
        </p:nvCxnSpPr>
        <p:spPr>
          <a:xfrm rot="16200000" flipH="1">
            <a:off x="4021443" y="1038202"/>
            <a:ext cx="532661" cy="108357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1B6C8B98-A49B-4B8C-BEA2-D97252286C86}"/>
              </a:ext>
            </a:extLst>
          </p:cNvPr>
          <p:cNvCxnSpPr>
            <a:cxnSpLocks/>
            <a:stCxn id="22" idx="2"/>
            <a:endCxn id="17" idx="0"/>
          </p:cNvCxnSpPr>
          <p:nvPr/>
        </p:nvCxnSpPr>
        <p:spPr>
          <a:xfrm rot="5400000">
            <a:off x="4563233" y="1579991"/>
            <a:ext cx="532661" cy="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F8F62F9B-D6CF-4DE8-82BB-40397507218C}"/>
              </a:ext>
            </a:extLst>
          </p:cNvPr>
          <p:cNvCxnSpPr>
            <a:cxnSpLocks/>
            <a:stCxn id="24" idx="2"/>
            <a:endCxn id="17" idx="0"/>
          </p:cNvCxnSpPr>
          <p:nvPr/>
        </p:nvCxnSpPr>
        <p:spPr>
          <a:xfrm rot="5400000">
            <a:off x="5646811" y="496413"/>
            <a:ext cx="532661" cy="216715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067D2EF-8F54-454A-BCD6-35B802172F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829562" y="2317544"/>
            <a:ext cx="0" cy="532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4ABDFC27-8FDB-4FD1-88E0-EF4A3ED8B018}"/>
              </a:ext>
            </a:extLst>
          </p:cNvPr>
          <p:cNvSpPr txBox="1"/>
          <p:nvPr/>
        </p:nvSpPr>
        <p:spPr>
          <a:xfrm>
            <a:off x="4969688" y="2457790"/>
            <a:ext cx="1059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KNN</a:t>
            </a:r>
            <a:endParaRPr lang="zh-CN" altLang="en-US" sz="1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697D2083-B0B9-4BF4-A40A-974B04EFB123}"/>
              </a:ext>
            </a:extLst>
          </p:cNvPr>
          <p:cNvSpPr/>
          <p:nvPr/>
        </p:nvSpPr>
        <p:spPr>
          <a:xfrm>
            <a:off x="3951116" y="3660124"/>
            <a:ext cx="1756892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用户坐标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75ECFB2-3333-47BE-8E6F-F4EC88056F3B}"/>
              </a:ext>
            </a:extLst>
          </p:cNvPr>
          <p:cNvCxnSpPr>
            <a:cxnSpLocks/>
            <a:stCxn id="18" idx="2"/>
            <a:endCxn id="50" idx="0"/>
          </p:cNvCxnSpPr>
          <p:nvPr/>
        </p:nvCxnSpPr>
        <p:spPr>
          <a:xfrm>
            <a:off x="4829562" y="3321427"/>
            <a:ext cx="0" cy="3386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4F595269-BD19-4675-9A52-BFD807040313}"/>
              </a:ext>
            </a:extLst>
          </p:cNvPr>
          <p:cNvSpPr/>
          <p:nvPr/>
        </p:nvSpPr>
        <p:spPr>
          <a:xfrm>
            <a:off x="1871132" y="754603"/>
            <a:ext cx="5905501" cy="94142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05702B11-2775-412B-9D70-1981EEA5FB4D}"/>
              </a:ext>
            </a:extLst>
          </p:cNvPr>
          <p:cNvCxnSpPr>
            <a:cxnSpLocks/>
          </p:cNvCxnSpPr>
          <p:nvPr/>
        </p:nvCxnSpPr>
        <p:spPr>
          <a:xfrm rot="5400000">
            <a:off x="3635070" y="1891322"/>
            <a:ext cx="1510541" cy="878448"/>
          </a:xfrm>
          <a:prstGeom prst="bentConnector4">
            <a:avLst>
              <a:gd name="adj1" fmla="val 5616"/>
              <a:gd name="adj2" fmla="val 24728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536ED4FF-0623-4BAC-9BAF-837FC41E7989}"/>
              </a:ext>
            </a:extLst>
          </p:cNvPr>
          <p:cNvSpPr/>
          <p:nvPr/>
        </p:nvSpPr>
        <p:spPr>
          <a:xfrm>
            <a:off x="1871131" y="1757974"/>
            <a:ext cx="5905501" cy="170877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528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5414</TotalTime>
  <Words>73</Words>
  <Application>Microsoft Office PowerPoint</Application>
  <PresentationFormat>宽屏</PresentationFormat>
  <Paragraphs>38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钰豪 郭</dc:creator>
  <cp:lastModifiedBy>钰豪 郭</cp:lastModifiedBy>
  <cp:revision>53</cp:revision>
  <dcterms:created xsi:type="dcterms:W3CDTF">2025-11-05T11:37:46Z</dcterms:created>
  <dcterms:modified xsi:type="dcterms:W3CDTF">2025-11-25T08:26:20Z</dcterms:modified>
</cp:coreProperties>
</file>